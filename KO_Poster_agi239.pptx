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64" r:id="rId2"/>
  </p:sldIdLst>
  <p:sldSz cx="30275213"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5758"/>
    <a:srgbClr val="D9B5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p:scale>
          <a:sx n="33" d="100"/>
          <a:sy n="33" d="100"/>
        </p:scale>
        <p:origin x="758" y="-4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2" y="3499591"/>
            <a:ext cx="25733931" cy="7444669"/>
          </a:xfrm>
        </p:spPr>
        <p:txBody>
          <a:bodyPr anchor="b"/>
          <a:lstStyle>
            <a:lvl1pPr algn="ctr">
              <a:defRPr sz="18711"/>
            </a:lvl1pPr>
          </a:lstStyle>
          <a:p>
            <a:r>
              <a:rPr lang="en-US"/>
              <a:t>Click to edit Master title style</a:t>
            </a:r>
            <a:endParaRPr lang="en-US" dirty="0"/>
          </a:p>
        </p:txBody>
      </p:sp>
      <p:sp>
        <p:nvSpPr>
          <p:cNvPr id="3" name="Subtitle 2"/>
          <p:cNvSpPr>
            <a:spLocks noGrp="1"/>
          </p:cNvSpPr>
          <p:nvPr>
            <p:ph type="subTitle" idx="1"/>
          </p:nvPr>
        </p:nvSpPr>
        <p:spPr>
          <a:xfrm>
            <a:off x="3784402" y="11231355"/>
            <a:ext cx="22706410" cy="5162758"/>
          </a:xfrm>
        </p:spPr>
        <p:txBody>
          <a:bodyPr/>
          <a:lstStyle>
            <a:lvl1pPr marL="0" indent="0" algn="ctr">
              <a:buNone/>
              <a:defRPr sz="7484"/>
            </a:lvl1pPr>
            <a:lvl2pPr marL="1425719" indent="0" algn="ctr">
              <a:buNone/>
              <a:defRPr sz="6237"/>
            </a:lvl2pPr>
            <a:lvl3pPr marL="2851438" indent="0" algn="ctr">
              <a:buNone/>
              <a:defRPr sz="5614"/>
            </a:lvl3pPr>
            <a:lvl4pPr marL="4277157" indent="0" algn="ctr">
              <a:buNone/>
              <a:defRPr sz="4989"/>
            </a:lvl4pPr>
            <a:lvl5pPr marL="5702875" indent="0" algn="ctr">
              <a:buNone/>
              <a:defRPr sz="4989"/>
            </a:lvl5pPr>
            <a:lvl6pPr marL="7128595" indent="0" algn="ctr">
              <a:buNone/>
              <a:defRPr sz="4989"/>
            </a:lvl6pPr>
            <a:lvl7pPr marL="8554313" indent="0" algn="ctr">
              <a:buNone/>
              <a:defRPr sz="4989"/>
            </a:lvl7pPr>
            <a:lvl8pPr marL="9980032" indent="0" algn="ctr">
              <a:buNone/>
              <a:defRPr sz="4989"/>
            </a:lvl8pPr>
            <a:lvl9pPr marL="11405752" indent="0" algn="ctr">
              <a:buNone/>
              <a:defRPr sz="498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54B3C8-BA29-4EC8-A76E-E7799561C2BA}"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755996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54B3C8-BA29-4EC8-A76E-E7799561C2BA}"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3219684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5" y="5331063"/>
            <a:ext cx="26112371" cy="8894992"/>
          </a:xfrm>
        </p:spPr>
        <p:txBody>
          <a:bodyPr anchor="b"/>
          <a:lstStyle>
            <a:lvl1pPr>
              <a:defRPr sz="18711"/>
            </a:lvl1pPr>
          </a:lstStyle>
          <a:p>
            <a:r>
              <a:rPr lang="en-US"/>
              <a:t>Click to edit Master title style</a:t>
            </a:r>
            <a:endParaRPr lang="en-US" dirty="0"/>
          </a:p>
        </p:txBody>
      </p:sp>
      <p:sp>
        <p:nvSpPr>
          <p:cNvPr id="3" name="Text Placeholder 2"/>
          <p:cNvSpPr>
            <a:spLocks noGrp="1"/>
          </p:cNvSpPr>
          <p:nvPr>
            <p:ph type="body" idx="1"/>
          </p:nvPr>
        </p:nvSpPr>
        <p:spPr>
          <a:xfrm>
            <a:off x="2065655" y="14310205"/>
            <a:ext cx="26112371" cy="4677666"/>
          </a:xfrm>
        </p:spPr>
        <p:txBody>
          <a:bodyPr/>
          <a:lstStyle>
            <a:lvl1pPr marL="0" indent="0">
              <a:buNone/>
              <a:defRPr sz="7484">
                <a:solidFill>
                  <a:schemeClr val="tx1"/>
                </a:solidFill>
              </a:defRPr>
            </a:lvl1pPr>
            <a:lvl2pPr marL="1425719" indent="0">
              <a:buNone/>
              <a:defRPr sz="6237">
                <a:solidFill>
                  <a:schemeClr val="tx1">
                    <a:tint val="75000"/>
                  </a:schemeClr>
                </a:solidFill>
              </a:defRPr>
            </a:lvl2pPr>
            <a:lvl3pPr marL="2851438" indent="0">
              <a:buNone/>
              <a:defRPr sz="5614">
                <a:solidFill>
                  <a:schemeClr val="tx1">
                    <a:tint val="75000"/>
                  </a:schemeClr>
                </a:solidFill>
              </a:defRPr>
            </a:lvl3pPr>
            <a:lvl4pPr marL="4277157" indent="0">
              <a:buNone/>
              <a:defRPr sz="4989">
                <a:solidFill>
                  <a:schemeClr val="tx1">
                    <a:tint val="75000"/>
                  </a:schemeClr>
                </a:solidFill>
              </a:defRPr>
            </a:lvl4pPr>
            <a:lvl5pPr marL="5702875" indent="0">
              <a:buNone/>
              <a:defRPr sz="4989">
                <a:solidFill>
                  <a:schemeClr val="tx1">
                    <a:tint val="75000"/>
                  </a:schemeClr>
                </a:solidFill>
              </a:defRPr>
            </a:lvl5pPr>
            <a:lvl6pPr marL="7128595" indent="0">
              <a:buNone/>
              <a:defRPr sz="4989">
                <a:solidFill>
                  <a:schemeClr val="tx1">
                    <a:tint val="75000"/>
                  </a:schemeClr>
                </a:solidFill>
              </a:defRPr>
            </a:lvl6pPr>
            <a:lvl7pPr marL="8554313" indent="0">
              <a:buNone/>
              <a:defRPr sz="4989">
                <a:solidFill>
                  <a:schemeClr val="tx1">
                    <a:tint val="75000"/>
                  </a:schemeClr>
                </a:solidFill>
              </a:defRPr>
            </a:lvl7pPr>
            <a:lvl8pPr marL="9980032" indent="0">
              <a:buNone/>
              <a:defRPr sz="4989">
                <a:solidFill>
                  <a:schemeClr val="tx1">
                    <a:tint val="75000"/>
                  </a:schemeClr>
                </a:solidFill>
              </a:defRPr>
            </a:lvl8pPr>
            <a:lvl9pPr marL="11405752" indent="0">
              <a:buNone/>
              <a:defRPr sz="498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4B3C8-BA29-4EC8-A76E-E7799561C2BA}"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173628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5692401"/>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5692401"/>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54B3C8-BA29-4EC8-A76E-E7799561C2BA}" type="datetimeFigureOut">
              <a:rPr lang="en-US" smtClean="0"/>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216393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5" y="1138486"/>
            <a:ext cx="26112371" cy="41331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5241961"/>
            <a:ext cx="12807832" cy="2569003"/>
          </a:xfrm>
        </p:spPr>
        <p:txBody>
          <a:bodyPr anchor="b"/>
          <a:lstStyle>
            <a:lvl1pPr marL="0" indent="0">
              <a:buNone/>
              <a:defRPr sz="7484" b="1"/>
            </a:lvl1pPr>
            <a:lvl2pPr marL="1425719" indent="0">
              <a:buNone/>
              <a:defRPr sz="6237" b="1"/>
            </a:lvl2pPr>
            <a:lvl3pPr marL="2851438" indent="0">
              <a:buNone/>
              <a:defRPr sz="5614" b="1"/>
            </a:lvl3pPr>
            <a:lvl4pPr marL="4277157" indent="0">
              <a:buNone/>
              <a:defRPr sz="4989" b="1"/>
            </a:lvl4pPr>
            <a:lvl5pPr marL="5702875" indent="0">
              <a:buNone/>
              <a:defRPr sz="4989" b="1"/>
            </a:lvl5pPr>
            <a:lvl6pPr marL="7128595" indent="0">
              <a:buNone/>
              <a:defRPr sz="4989" b="1"/>
            </a:lvl6pPr>
            <a:lvl7pPr marL="8554313" indent="0">
              <a:buNone/>
              <a:defRPr sz="4989" b="1"/>
            </a:lvl7pPr>
            <a:lvl8pPr marL="9980032" indent="0">
              <a:buNone/>
              <a:defRPr sz="4989" b="1"/>
            </a:lvl8pPr>
            <a:lvl9pPr marL="11405752" indent="0">
              <a:buNone/>
              <a:defRPr sz="4989" b="1"/>
            </a:lvl9pPr>
          </a:lstStyle>
          <a:p>
            <a:pPr lvl="0"/>
            <a:r>
              <a:rPr lang="en-US"/>
              <a:t>Click to edit Master text styles</a:t>
            </a:r>
          </a:p>
        </p:txBody>
      </p:sp>
      <p:sp>
        <p:nvSpPr>
          <p:cNvPr id="4" name="Content Placeholder 3"/>
          <p:cNvSpPr>
            <a:spLocks noGrp="1"/>
          </p:cNvSpPr>
          <p:nvPr>
            <p:ph sz="half" idx="2"/>
          </p:nvPr>
        </p:nvSpPr>
        <p:spPr>
          <a:xfrm>
            <a:off x="2085368" y="7810963"/>
            <a:ext cx="12807832"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9" y="5241961"/>
            <a:ext cx="12870909" cy="2569003"/>
          </a:xfrm>
        </p:spPr>
        <p:txBody>
          <a:bodyPr anchor="b"/>
          <a:lstStyle>
            <a:lvl1pPr marL="0" indent="0">
              <a:buNone/>
              <a:defRPr sz="7484" b="1"/>
            </a:lvl1pPr>
            <a:lvl2pPr marL="1425719" indent="0">
              <a:buNone/>
              <a:defRPr sz="6237" b="1"/>
            </a:lvl2pPr>
            <a:lvl3pPr marL="2851438" indent="0">
              <a:buNone/>
              <a:defRPr sz="5614" b="1"/>
            </a:lvl3pPr>
            <a:lvl4pPr marL="4277157" indent="0">
              <a:buNone/>
              <a:defRPr sz="4989" b="1"/>
            </a:lvl4pPr>
            <a:lvl5pPr marL="5702875" indent="0">
              <a:buNone/>
              <a:defRPr sz="4989" b="1"/>
            </a:lvl5pPr>
            <a:lvl6pPr marL="7128595" indent="0">
              <a:buNone/>
              <a:defRPr sz="4989" b="1"/>
            </a:lvl6pPr>
            <a:lvl7pPr marL="8554313" indent="0">
              <a:buNone/>
              <a:defRPr sz="4989" b="1"/>
            </a:lvl7pPr>
            <a:lvl8pPr marL="9980032" indent="0">
              <a:buNone/>
              <a:defRPr sz="4989" b="1"/>
            </a:lvl8pPr>
            <a:lvl9pPr marL="11405752" indent="0">
              <a:buNone/>
              <a:defRPr sz="4989" b="1"/>
            </a:lvl9pPr>
          </a:lstStyle>
          <a:p>
            <a:pPr lvl="0"/>
            <a:r>
              <a:rPr lang="en-US"/>
              <a:t>Click to edit Master text styles</a:t>
            </a:r>
          </a:p>
        </p:txBody>
      </p:sp>
      <p:sp>
        <p:nvSpPr>
          <p:cNvPr id="6" name="Content Placeholder 5"/>
          <p:cNvSpPr>
            <a:spLocks noGrp="1"/>
          </p:cNvSpPr>
          <p:nvPr>
            <p:ph sz="quarter" idx="4"/>
          </p:nvPr>
        </p:nvSpPr>
        <p:spPr>
          <a:xfrm>
            <a:off x="15326829" y="7810963"/>
            <a:ext cx="12870909"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54B3C8-BA29-4EC8-A76E-E7799561C2BA}" type="datetimeFigureOut">
              <a:rPr lang="en-US" smtClean="0"/>
              <a:t>10/18/2023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3426874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54B3C8-BA29-4EC8-A76E-E7799561C2BA}" type="datetimeFigureOut">
              <a:rPr lang="en-US" smtClean="0"/>
              <a:t>10/18/2023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961640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54B3C8-BA29-4EC8-A76E-E7799561C2BA}" type="datetimeFigureOut">
              <a:rPr lang="en-US" smtClean="0"/>
              <a:t>10/18/2023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1864266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425576"/>
            <a:ext cx="9764544" cy="4989513"/>
          </a:xfrm>
        </p:spPr>
        <p:txBody>
          <a:bodyPr anchor="b"/>
          <a:lstStyle>
            <a:lvl1pPr>
              <a:defRPr sz="9979"/>
            </a:lvl1pPr>
          </a:lstStyle>
          <a:p>
            <a:r>
              <a:rPr lang="en-US"/>
              <a:t>Click to edit Master title style</a:t>
            </a:r>
            <a:endParaRPr lang="en-US" dirty="0"/>
          </a:p>
        </p:txBody>
      </p:sp>
      <p:sp>
        <p:nvSpPr>
          <p:cNvPr id="3" name="Content Placeholder 2"/>
          <p:cNvSpPr>
            <a:spLocks noGrp="1"/>
          </p:cNvSpPr>
          <p:nvPr>
            <p:ph idx="1"/>
          </p:nvPr>
        </p:nvSpPr>
        <p:spPr>
          <a:xfrm>
            <a:off x="12870910" y="3078850"/>
            <a:ext cx="15326827" cy="15196234"/>
          </a:xfrm>
        </p:spPr>
        <p:txBody>
          <a:bodyPr/>
          <a:lstStyle>
            <a:lvl1pPr>
              <a:defRPr sz="9979"/>
            </a:lvl1pPr>
            <a:lvl2pPr>
              <a:defRPr sz="8732"/>
            </a:lvl2pPr>
            <a:lvl3pPr>
              <a:defRPr sz="7484"/>
            </a:lvl3pPr>
            <a:lvl4pPr>
              <a:defRPr sz="6237"/>
            </a:lvl4pPr>
            <a:lvl5pPr>
              <a:defRPr sz="6237"/>
            </a:lvl5pPr>
            <a:lvl6pPr>
              <a:defRPr sz="6237"/>
            </a:lvl6pPr>
            <a:lvl7pPr>
              <a:defRPr sz="6237"/>
            </a:lvl7pPr>
            <a:lvl8pPr>
              <a:defRPr sz="6237"/>
            </a:lvl8pPr>
            <a:lvl9pPr>
              <a:defRPr sz="623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6415088"/>
            <a:ext cx="9764544" cy="11884743"/>
          </a:xfrm>
        </p:spPr>
        <p:txBody>
          <a:bodyPr/>
          <a:lstStyle>
            <a:lvl1pPr marL="0" indent="0">
              <a:buNone/>
              <a:defRPr sz="4989"/>
            </a:lvl1pPr>
            <a:lvl2pPr marL="1425719" indent="0">
              <a:buNone/>
              <a:defRPr sz="4365"/>
            </a:lvl2pPr>
            <a:lvl3pPr marL="2851438" indent="0">
              <a:buNone/>
              <a:defRPr sz="3743"/>
            </a:lvl3pPr>
            <a:lvl4pPr marL="4277157" indent="0">
              <a:buNone/>
              <a:defRPr sz="3118"/>
            </a:lvl4pPr>
            <a:lvl5pPr marL="5702875" indent="0">
              <a:buNone/>
              <a:defRPr sz="3118"/>
            </a:lvl5pPr>
            <a:lvl6pPr marL="7128595" indent="0">
              <a:buNone/>
              <a:defRPr sz="3118"/>
            </a:lvl6pPr>
            <a:lvl7pPr marL="8554313" indent="0">
              <a:buNone/>
              <a:defRPr sz="3118"/>
            </a:lvl7pPr>
            <a:lvl8pPr marL="9980032" indent="0">
              <a:buNone/>
              <a:defRPr sz="3118"/>
            </a:lvl8pPr>
            <a:lvl9pPr marL="11405752" indent="0">
              <a:buNone/>
              <a:defRPr sz="3118"/>
            </a:lvl9pPr>
          </a:lstStyle>
          <a:p>
            <a:pPr lvl="0"/>
            <a:r>
              <a:rPr lang="en-US"/>
              <a:t>Click to edit Master text styles</a:t>
            </a:r>
          </a:p>
        </p:txBody>
      </p:sp>
      <p:sp>
        <p:nvSpPr>
          <p:cNvPr id="5" name="Date Placeholder 4"/>
          <p:cNvSpPr>
            <a:spLocks noGrp="1"/>
          </p:cNvSpPr>
          <p:nvPr>
            <p:ph type="dt" sz="half" idx="10"/>
          </p:nvPr>
        </p:nvSpPr>
        <p:spPr/>
        <p:txBody>
          <a:bodyPr/>
          <a:lstStyle/>
          <a:p>
            <a:fld id="{C754B3C8-BA29-4EC8-A76E-E7799561C2BA}" type="datetimeFigureOut">
              <a:rPr lang="en-US" smtClean="0"/>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201247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425576"/>
            <a:ext cx="9764544" cy="4989513"/>
          </a:xfrm>
        </p:spPr>
        <p:txBody>
          <a:bodyPr anchor="b"/>
          <a:lstStyle>
            <a:lvl1pPr>
              <a:defRPr sz="9979"/>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10" y="3078850"/>
            <a:ext cx="15326827" cy="15196234"/>
          </a:xfrm>
        </p:spPr>
        <p:txBody>
          <a:bodyPr anchor="t"/>
          <a:lstStyle>
            <a:lvl1pPr marL="0" indent="0">
              <a:buNone/>
              <a:defRPr sz="9979"/>
            </a:lvl1pPr>
            <a:lvl2pPr marL="1425719" indent="0">
              <a:buNone/>
              <a:defRPr sz="8732"/>
            </a:lvl2pPr>
            <a:lvl3pPr marL="2851438" indent="0">
              <a:buNone/>
              <a:defRPr sz="7484"/>
            </a:lvl3pPr>
            <a:lvl4pPr marL="4277157" indent="0">
              <a:buNone/>
              <a:defRPr sz="6237"/>
            </a:lvl4pPr>
            <a:lvl5pPr marL="5702875" indent="0">
              <a:buNone/>
              <a:defRPr sz="6237"/>
            </a:lvl5pPr>
            <a:lvl6pPr marL="7128595" indent="0">
              <a:buNone/>
              <a:defRPr sz="6237"/>
            </a:lvl6pPr>
            <a:lvl7pPr marL="8554313" indent="0">
              <a:buNone/>
              <a:defRPr sz="6237"/>
            </a:lvl7pPr>
            <a:lvl8pPr marL="9980032" indent="0">
              <a:buNone/>
              <a:defRPr sz="6237"/>
            </a:lvl8pPr>
            <a:lvl9pPr marL="11405752" indent="0">
              <a:buNone/>
              <a:defRPr sz="6237"/>
            </a:lvl9pPr>
          </a:lstStyle>
          <a:p>
            <a:r>
              <a:rPr lang="en-US"/>
              <a:t>Click icon to add picture</a:t>
            </a:r>
            <a:endParaRPr lang="en-US" dirty="0"/>
          </a:p>
        </p:txBody>
      </p:sp>
      <p:sp>
        <p:nvSpPr>
          <p:cNvPr id="4" name="Text Placeholder 3"/>
          <p:cNvSpPr>
            <a:spLocks noGrp="1"/>
          </p:cNvSpPr>
          <p:nvPr>
            <p:ph type="body" sz="half" idx="2"/>
          </p:nvPr>
        </p:nvSpPr>
        <p:spPr>
          <a:xfrm>
            <a:off x="2085364" y="6415088"/>
            <a:ext cx="9764544" cy="11884743"/>
          </a:xfrm>
        </p:spPr>
        <p:txBody>
          <a:bodyPr/>
          <a:lstStyle>
            <a:lvl1pPr marL="0" indent="0">
              <a:buNone/>
              <a:defRPr sz="4989"/>
            </a:lvl1pPr>
            <a:lvl2pPr marL="1425719" indent="0">
              <a:buNone/>
              <a:defRPr sz="4365"/>
            </a:lvl2pPr>
            <a:lvl3pPr marL="2851438" indent="0">
              <a:buNone/>
              <a:defRPr sz="3743"/>
            </a:lvl3pPr>
            <a:lvl4pPr marL="4277157" indent="0">
              <a:buNone/>
              <a:defRPr sz="3118"/>
            </a:lvl4pPr>
            <a:lvl5pPr marL="5702875" indent="0">
              <a:buNone/>
              <a:defRPr sz="3118"/>
            </a:lvl5pPr>
            <a:lvl6pPr marL="7128595" indent="0">
              <a:buNone/>
              <a:defRPr sz="3118"/>
            </a:lvl6pPr>
            <a:lvl7pPr marL="8554313" indent="0">
              <a:buNone/>
              <a:defRPr sz="3118"/>
            </a:lvl7pPr>
            <a:lvl8pPr marL="9980032" indent="0">
              <a:buNone/>
              <a:defRPr sz="3118"/>
            </a:lvl8pPr>
            <a:lvl9pPr marL="11405752" indent="0">
              <a:buNone/>
              <a:defRPr sz="3118"/>
            </a:lvl9pPr>
          </a:lstStyle>
          <a:p>
            <a:pPr lvl="0"/>
            <a:r>
              <a:rPr lang="en-US"/>
              <a:t>Click to edit Master text styles</a:t>
            </a:r>
          </a:p>
        </p:txBody>
      </p:sp>
      <p:sp>
        <p:nvSpPr>
          <p:cNvPr id="5" name="Date Placeholder 4"/>
          <p:cNvSpPr>
            <a:spLocks noGrp="1"/>
          </p:cNvSpPr>
          <p:nvPr>
            <p:ph type="dt" sz="half" idx="10"/>
          </p:nvPr>
        </p:nvSpPr>
        <p:spPr/>
        <p:txBody>
          <a:bodyPr/>
          <a:lstStyle/>
          <a:p>
            <a:fld id="{C754B3C8-BA29-4EC8-A76E-E7799561C2BA}" type="datetimeFigureOut">
              <a:rPr lang="en-US" smtClean="0"/>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208793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54B3C8-BA29-4EC8-A76E-E7799561C2BA}"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1486877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2" y="1138481"/>
            <a:ext cx="6528093" cy="1812163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1138481"/>
            <a:ext cx="19205838" cy="181216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54B3C8-BA29-4EC8-A76E-E7799561C2BA}"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A3AF-D770-45B7-9D86-283F34A3AD53}" type="slidenum">
              <a:rPr lang="en-US" smtClean="0"/>
              <a:t>‹#›</a:t>
            </a:fld>
            <a:endParaRPr lang="en-US"/>
          </a:p>
        </p:txBody>
      </p:sp>
    </p:spTree>
    <p:extLst>
      <p:ext uri="{BB962C8B-B14F-4D97-AF65-F5344CB8AC3E}">
        <p14:creationId xmlns:p14="http://schemas.microsoft.com/office/powerpoint/2010/main" val="1947597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2" y="1138486"/>
            <a:ext cx="26112371" cy="413317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2" y="5692401"/>
            <a:ext cx="26112371" cy="13567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2" y="19819458"/>
            <a:ext cx="6811923" cy="1138480"/>
          </a:xfrm>
          <a:prstGeom prst="rect">
            <a:avLst/>
          </a:prstGeom>
        </p:spPr>
        <p:txBody>
          <a:bodyPr vert="horz" lIns="91440" tIns="45720" rIns="91440" bIns="45720" rtlCol="0" anchor="ctr"/>
          <a:lstStyle>
            <a:lvl1pPr algn="l">
              <a:defRPr sz="3743">
                <a:solidFill>
                  <a:schemeClr val="tx1">
                    <a:tint val="75000"/>
                  </a:schemeClr>
                </a:solidFill>
              </a:defRPr>
            </a:lvl1pPr>
          </a:lstStyle>
          <a:p>
            <a:fld id="{C754B3C8-BA29-4EC8-A76E-E7799561C2BA}" type="datetimeFigureOut">
              <a:rPr lang="en-US" smtClean="0"/>
              <a:t>10/18/2023</a:t>
            </a:fld>
            <a:endParaRPr lang="en-US"/>
          </a:p>
        </p:txBody>
      </p:sp>
      <p:sp>
        <p:nvSpPr>
          <p:cNvPr id="5" name="Footer Placeholder 4"/>
          <p:cNvSpPr>
            <a:spLocks noGrp="1"/>
          </p:cNvSpPr>
          <p:nvPr>
            <p:ph type="ftr" sz="quarter" idx="3"/>
          </p:nvPr>
        </p:nvSpPr>
        <p:spPr>
          <a:xfrm>
            <a:off x="10028665" y="19819458"/>
            <a:ext cx="10217884" cy="1138480"/>
          </a:xfrm>
          <a:prstGeom prst="rect">
            <a:avLst/>
          </a:prstGeom>
        </p:spPr>
        <p:txBody>
          <a:bodyPr vert="horz" lIns="91440" tIns="45720" rIns="91440" bIns="45720" rtlCol="0" anchor="ctr"/>
          <a:lstStyle>
            <a:lvl1pPr algn="ctr">
              <a:defRPr sz="374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381869" y="19819458"/>
            <a:ext cx="6811923" cy="1138480"/>
          </a:xfrm>
          <a:prstGeom prst="rect">
            <a:avLst/>
          </a:prstGeom>
        </p:spPr>
        <p:txBody>
          <a:bodyPr vert="horz" lIns="91440" tIns="45720" rIns="91440" bIns="45720" rtlCol="0" anchor="ctr"/>
          <a:lstStyle>
            <a:lvl1pPr algn="r">
              <a:defRPr sz="3743">
                <a:solidFill>
                  <a:schemeClr val="tx1">
                    <a:tint val="75000"/>
                  </a:schemeClr>
                </a:solidFill>
              </a:defRPr>
            </a:lvl1pPr>
          </a:lstStyle>
          <a:p>
            <a:fld id="{5F13A3AF-D770-45B7-9D86-283F34A3AD53}" type="slidenum">
              <a:rPr lang="en-US" smtClean="0"/>
              <a:t>‹#›</a:t>
            </a:fld>
            <a:endParaRPr lang="en-US"/>
          </a:p>
        </p:txBody>
      </p:sp>
    </p:spTree>
    <p:extLst>
      <p:ext uri="{BB962C8B-B14F-4D97-AF65-F5344CB8AC3E}">
        <p14:creationId xmlns:p14="http://schemas.microsoft.com/office/powerpoint/2010/main" val="3846253672"/>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2851438" rtl="0" eaLnBrk="1" latinLnBrk="0" hangingPunct="1">
        <a:lnSpc>
          <a:spcPct val="90000"/>
        </a:lnSpc>
        <a:spcBef>
          <a:spcPct val="0"/>
        </a:spcBef>
        <a:buNone/>
        <a:defRPr sz="13722" kern="1200">
          <a:solidFill>
            <a:schemeClr val="tx1"/>
          </a:solidFill>
          <a:latin typeface="+mj-lt"/>
          <a:ea typeface="+mj-ea"/>
          <a:cs typeface="+mj-cs"/>
        </a:defRPr>
      </a:lvl1pPr>
    </p:titleStyle>
    <p:bodyStyle>
      <a:lvl1pPr marL="712860" indent="-712860" algn="l" defTabSz="2851438" rtl="0" eaLnBrk="1" latinLnBrk="0" hangingPunct="1">
        <a:lnSpc>
          <a:spcPct val="90000"/>
        </a:lnSpc>
        <a:spcBef>
          <a:spcPts val="3118"/>
        </a:spcBef>
        <a:buFont typeface="Arial" panose="020B0604020202020204" pitchFamily="34" charset="0"/>
        <a:buChar char="•"/>
        <a:defRPr sz="8732" kern="1200">
          <a:solidFill>
            <a:schemeClr val="tx1"/>
          </a:solidFill>
          <a:latin typeface="+mn-lt"/>
          <a:ea typeface="+mn-ea"/>
          <a:cs typeface="+mn-cs"/>
        </a:defRPr>
      </a:lvl1pPr>
      <a:lvl2pPr marL="2138579" indent="-712860" algn="l" defTabSz="2851438" rtl="0" eaLnBrk="1" latinLnBrk="0" hangingPunct="1">
        <a:lnSpc>
          <a:spcPct val="90000"/>
        </a:lnSpc>
        <a:spcBef>
          <a:spcPts val="1559"/>
        </a:spcBef>
        <a:buFont typeface="Arial" panose="020B0604020202020204" pitchFamily="34" charset="0"/>
        <a:buChar char="•"/>
        <a:defRPr sz="7484" kern="1200">
          <a:solidFill>
            <a:schemeClr val="tx1"/>
          </a:solidFill>
          <a:latin typeface="+mn-lt"/>
          <a:ea typeface="+mn-ea"/>
          <a:cs typeface="+mn-cs"/>
        </a:defRPr>
      </a:lvl2pPr>
      <a:lvl3pPr marL="3564297" indent="-712860" algn="l" defTabSz="2851438" rtl="0" eaLnBrk="1" latinLnBrk="0" hangingPunct="1">
        <a:lnSpc>
          <a:spcPct val="90000"/>
        </a:lnSpc>
        <a:spcBef>
          <a:spcPts val="1559"/>
        </a:spcBef>
        <a:buFont typeface="Arial" panose="020B0604020202020204" pitchFamily="34" charset="0"/>
        <a:buChar char="•"/>
        <a:defRPr sz="6237" kern="1200">
          <a:solidFill>
            <a:schemeClr val="tx1"/>
          </a:solidFill>
          <a:latin typeface="+mn-lt"/>
          <a:ea typeface="+mn-ea"/>
          <a:cs typeface="+mn-cs"/>
        </a:defRPr>
      </a:lvl3pPr>
      <a:lvl4pPr marL="4990016" indent="-712860" algn="l" defTabSz="2851438" rtl="0" eaLnBrk="1" latinLnBrk="0" hangingPunct="1">
        <a:lnSpc>
          <a:spcPct val="90000"/>
        </a:lnSpc>
        <a:spcBef>
          <a:spcPts val="1559"/>
        </a:spcBef>
        <a:buFont typeface="Arial" panose="020B0604020202020204" pitchFamily="34" charset="0"/>
        <a:buChar char="•"/>
        <a:defRPr sz="5614" kern="1200">
          <a:solidFill>
            <a:schemeClr val="tx1"/>
          </a:solidFill>
          <a:latin typeface="+mn-lt"/>
          <a:ea typeface="+mn-ea"/>
          <a:cs typeface="+mn-cs"/>
        </a:defRPr>
      </a:lvl4pPr>
      <a:lvl5pPr marL="6415735" indent="-712860" algn="l" defTabSz="2851438" rtl="0" eaLnBrk="1" latinLnBrk="0" hangingPunct="1">
        <a:lnSpc>
          <a:spcPct val="90000"/>
        </a:lnSpc>
        <a:spcBef>
          <a:spcPts val="1559"/>
        </a:spcBef>
        <a:buFont typeface="Arial" panose="020B0604020202020204" pitchFamily="34" charset="0"/>
        <a:buChar char="•"/>
        <a:defRPr sz="5614" kern="1200">
          <a:solidFill>
            <a:schemeClr val="tx1"/>
          </a:solidFill>
          <a:latin typeface="+mn-lt"/>
          <a:ea typeface="+mn-ea"/>
          <a:cs typeface="+mn-cs"/>
        </a:defRPr>
      </a:lvl5pPr>
      <a:lvl6pPr marL="7841453" indent="-712860" algn="l" defTabSz="2851438" rtl="0" eaLnBrk="1" latinLnBrk="0" hangingPunct="1">
        <a:lnSpc>
          <a:spcPct val="90000"/>
        </a:lnSpc>
        <a:spcBef>
          <a:spcPts val="1559"/>
        </a:spcBef>
        <a:buFont typeface="Arial" panose="020B0604020202020204" pitchFamily="34" charset="0"/>
        <a:buChar char="•"/>
        <a:defRPr sz="5614" kern="1200">
          <a:solidFill>
            <a:schemeClr val="tx1"/>
          </a:solidFill>
          <a:latin typeface="+mn-lt"/>
          <a:ea typeface="+mn-ea"/>
          <a:cs typeface="+mn-cs"/>
        </a:defRPr>
      </a:lvl6pPr>
      <a:lvl7pPr marL="9267173" indent="-712860" algn="l" defTabSz="2851438" rtl="0" eaLnBrk="1" latinLnBrk="0" hangingPunct="1">
        <a:lnSpc>
          <a:spcPct val="90000"/>
        </a:lnSpc>
        <a:spcBef>
          <a:spcPts val="1559"/>
        </a:spcBef>
        <a:buFont typeface="Arial" panose="020B0604020202020204" pitchFamily="34" charset="0"/>
        <a:buChar char="•"/>
        <a:defRPr sz="5614" kern="1200">
          <a:solidFill>
            <a:schemeClr val="tx1"/>
          </a:solidFill>
          <a:latin typeface="+mn-lt"/>
          <a:ea typeface="+mn-ea"/>
          <a:cs typeface="+mn-cs"/>
        </a:defRPr>
      </a:lvl7pPr>
      <a:lvl8pPr marL="10692892" indent="-712860" algn="l" defTabSz="2851438" rtl="0" eaLnBrk="1" latinLnBrk="0" hangingPunct="1">
        <a:lnSpc>
          <a:spcPct val="90000"/>
        </a:lnSpc>
        <a:spcBef>
          <a:spcPts val="1559"/>
        </a:spcBef>
        <a:buFont typeface="Arial" panose="020B0604020202020204" pitchFamily="34" charset="0"/>
        <a:buChar char="•"/>
        <a:defRPr sz="5614" kern="1200">
          <a:solidFill>
            <a:schemeClr val="tx1"/>
          </a:solidFill>
          <a:latin typeface="+mn-lt"/>
          <a:ea typeface="+mn-ea"/>
          <a:cs typeface="+mn-cs"/>
        </a:defRPr>
      </a:lvl8pPr>
      <a:lvl9pPr marL="12118611" indent="-712860" algn="l" defTabSz="2851438" rtl="0" eaLnBrk="1" latinLnBrk="0" hangingPunct="1">
        <a:lnSpc>
          <a:spcPct val="90000"/>
        </a:lnSpc>
        <a:spcBef>
          <a:spcPts val="1559"/>
        </a:spcBef>
        <a:buFont typeface="Arial" panose="020B0604020202020204" pitchFamily="34" charset="0"/>
        <a:buChar char="•"/>
        <a:defRPr sz="5614" kern="1200">
          <a:solidFill>
            <a:schemeClr val="tx1"/>
          </a:solidFill>
          <a:latin typeface="+mn-lt"/>
          <a:ea typeface="+mn-ea"/>
          <a:cs typeface="+mn-cs"/>
        </a:defRPr>
      </a:lvl9pPr>
    </p:bodyStyle>
    <p:otherStyle>
      <a:defPPr>
        <a:defRPr lang="en-US"/>
      </a:defPPr>
      <a:lvl1pPr marL="0" algn="l" defTabSz="2851438" rtl="0" eaLnBrk="1" latinLnBrk="0" hangingPunct="1">
        <a:defRPr sz="5614" kern="1200">
          <a:solidFill>
            <a:schemeClr val="tx1"/>
          </a:solidFill>
          <a:latin typeface="+mn-lt"/>
          <a:ea typeface="+mn-ea"/>
          <a:cs typeface="+mn-cs"/>
        </a:defRPr>
      </a:lvl1pPr>
      <a:lvl2pPr marL="1425719" algn="l" defTabSz="2851438" rtl="0" eaLnBrk="1" latinLnBrk="0" hangingPunct="1">
        <a:defRPr sz="5614" kern="1200">
          <a:solidFill>
            <a:schemeClr val="tx1"/>
          </a:solidFill>
          <a:latin typeface="+mn-lt"/>
          <a:ea typeface="+mn-ea"/>
          <a:cs typeface="+mn-cs"/>
        </a:defRPr>
      </a:lvl2pPr>
      <a:lvl3pPr marL="2851438" algn="l" defTabSz="2851438" rtl="0" eaLnBrk="1" latinLnBrk="0" hangingPunct="1">
        <a:defRPr sz="5614" kern="1200">
          <a:solidFill>
            <a:schemeClr val="tx1"/>
          </a:solidFill>
          <a:latin typeface="+mn-lt"/>
          <a:ea typeface="+mn-ea"/>
          <a:cs typeface="+mn-cs"/>
        </a:defRPr>
      </a:lvl3pPr>
      <a:lvl4pPr marL="4277157" algn="l" defTabSz="2851438" rtl="0" eaLnBrk="1" latinLnBrk="0" hangingPunct="1">
        <a:defRPr sz="5614" kern="1200">
          <a:solidFill>
            <a:schemeClr val="tx1"/>
          </a:solidFill>
          <a:latin typeface="+mn-lt"/>
          <a:ea typeface="+mn-ea"/>
          <a:cs typeface="+mn-cs"/>
        </a:defRPr>
      </a:lvl4pPr>
      <a:lvl5pPr marL="5702875" algn="l" defTabSz="2851438" rtl="0" eaLnBrk="1" latinLnBrk="0" hangingPunct="1">
        <a:defRPr sz="5614" kern="1200">
          <a:solidFill>
            <a:schemeClr val="tx1"/>
          </a:solidFill>
          <a:latin typeface="+mn-lt"/>
          <a:ea typeface="+mn-ea"/>
          <a:cs typeface="+mn-cs"/>
        </a:defRPr>
      </a:lvl5pPr>
      <a:lvl6pPr marL="7128595" algn="l" defTabSz="2851438" rtl="0" eaLnBrk="1" latinLnBrk="0" hangingPunct="1">
        <a:defRPr sz="5614" kern="1200">
          <a:solidFill>
            <a:schemeClr val="tx1"/>
          </a:solidFill>
          <a:latin typeface="+mn-lt"/>
          <a:ea typeface="+mn-ea"/>
          <a:cs typeface="+mn-cs"/>
        </a:defRPr>
      </a:lvl6pPr>
      <a:lvl7pPr marL="8554313" algn="l" defTabSz="2851438" rtl="0" eaLnBrk="1" latinLnBrk="0" hangingPunct="1">
        <a:defRPr sz="5614" kern="1200">
          <a:solidFill>
            <a:schemeClr val="tx1"/>
          </a:solidFill>
          <a:latin typeface="+mn-lt"/>
          <a:ea typeface="+mn-ea"/>
          <a:cs typeface="+mn-cs"/>
        </a:defRPr>
      </a:lvl7pPr>
      <a:lvl8pPr marL="9980032" algn="l" defTabSz="2851438" rtl="0" eaLnBrk="1" latinLnBrk="0" hangingPunct="1">
        <a:defRPr sz="5614" kern="1200">
          <a:solidFill>
            <a:schemeClr val="tx1"/>
          </a:solidFill>
          <a:latin typeface="+mn-lt"/>
          <a:ea typeface="+mn-ea"/>
          <a:cs typeface="+mn-cs"/>
        </a:defRPr>
      </a:lvl8pPr>
      <a:lvl9pPr marL="11405752" algn="l" defTabSz="2851438" rtl="0" eaLnBrk="1" latinLnBrk="0" hangingPunct="1">
        <a:defRPr sz="56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40000">
              <a:schemeClr val="accent1">
                <a:lumMod val="60000"/>
                <a:lumOff val="40000"/>
              </a:schemeClr>
            </a:gs>
            <a:gs pos="68000">
              <a:schemeClr val="accent1">
                <a:lumMod val="60000"/>
                <a:lumOff val="40000"/>
              </a:schemeClr>
            </a:gs>
            <a:gs pos="53000">
              <a:schemeClr val="tx1">
                <a:lumMod val="85000"/>
                <a:lumOff val="1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9E291291-957A-88EF-AE65-FE01C8539BBB}"/>
              </a:ext>
            </a:extLst>
          </p:cNvPr>
          <p:cNvSpPr/>
          <p:nvPr/>
        </p:nvSpPr>
        <p:spPr>
          <a:xfrm>
            <a:off x="507286" y="719868"/>
            <a:ext cx="14630320" cy="1346551"/>
          </a:xfrm>
          <a:prstGeom prst="rect">
            <a:avLst/>
          </a:prstGeom>
          <a:solidFill>
            <a:schemeClr val="accent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2" dirty="0"/>
          </a:p>
        </p:txBody>
      </p:sp>
      <p:pic>
        <p:nvPicPr>
          <p:cNvPr id="21" name="Picture 20" descr="A diagram of short story&#10;&#10;Description automatically generated">
            <a:extLst>
              <a:ext uri="{FF2B5EF4-FFF2-40B4-BE49-F238E27FC236}">
                <a16:creationId xmlns:a16="http://schemas.microsoft.com/office/drawing/2014/main" id="{89B06BBD-46DB-3B6A-8D54-E3E14ABD1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1389" y="2985613"/>
            <a:ext cx="8053138" cy="6268288"/>
          </a:xfrm>
          <a:prstGeom prst="rect">
            <a:avLst/>
          </a:prstGeom>
          <a:ln w="3175">
            <a:solidFill>
              <a:schemeClr val="tx1"/>
            </a:solidFill>
          </a:ln>
        </p:spPr>
      </p:pic>
      <p:sp>
        <p:nvSpPr>
          <p:cNvPr id="36" name="TextBox 35" descr="This is a scientific poster about the course Knowledge Organization, centered around the topic of Short Stories. It provides multiple screenshots of part of the pipeline of Knowledge organization where examples of Short Stories are drawn.">
            <a:extLst>
              <a:ext uri="{FF2B5EF4-FFF2-40B4-BE49-F238E27FC236}">
                <a16:creationId xmlns:a16="http://schemas.microsoft.com/office/drawing/2014/main" id="{B686D8EE-B5EE-4FD0-FD4A-515E2DC61338}"/>
              </a:ext>
              <a:ext uri="{C183D7F6-B498-43B3-948B-1728B52AA6E4}">
                <adec:decorative xmlns:adec="http://schemas.microsoft.com/office/drawing/2017/decorative" val="0"/>
              </a:ext>
            </a:extLst>
          </p:cNvPr>
          <p:cNvSpPr txBox="1"/>
          <p:nvPr/>
        </p:nvSpPr>
        <p:spPr>
          <a:xfrm>
            <a:off x="616360" y="915608"/>
            <a:ext cx="14452811" cy="923330"/>
          </a:xfrm>
          <a:prstGeom prst="rect">
            <a:avLst/>
          </a:prstGeom>
          <a:noFill/>
        </p:spPr>
        <p:txBody>
          <a:bodyPr wrap="square" rtlCol="0">
            <a:spAutoFit/>
          </a:bodyPr>
          <a:lstStyle/>
          <a:p>
            <a:pPr algn="ctr"/>
            <a:r>
              <a:rPr lang="en-US" sz="4400" dirty="0">
                <a:solidFill>
                  <a:schemeClr val="bg1"/>
                </a:solidFill>
                <a:latin typeface=" century Gothic"/>
                <a:cs typeface="Dreaming Outloud Script Pro" panose="020B0604020202020204" pitchFamily="66" charset="0"/>
              </a:rPr>
              <a:t>A </a:t>
            </a:r>
            <a:r>
              <a:rPr lang="en-US" sz="5400" dirty="0">
                <a:solidFill>
                  <a:schemeClr val="bg1"/>
                </a:solidFill>
                <a:latin typeface=" century Gothic"/>
                <a:cs typeface="Dreaming Outloud Script Pro" panose="020B0604020202020204" pitchFamily="66" charset="0"/>
              </a:rPr>
              <a:t>Short Story</a:t>
            </a:r>
            <a:r>
              <a:rPr lang="en-US" sz="4400" dirty="0">
                <a:solidFill>
                  <a:schemeClr val="bg1"/>
                </a:solidFill>
                <a:latin typeface=" century Gothic"/>
                <a:cs typeface="Dreaming Outloud Script Pro" panose="020B0604020202020204" pitchFamily="66" charset="0"/>
              </a:rPr>
              <a:t> about </a:t>
            </a:r>
            <a:r>
              <a:rPr lang="en-US" sz="5400" dirty="0">
                <a:solidFill>
                  <a:schemeClr val="bg1"/>
                </a:solidFill>
                <a:latin typeface=" century Gothic"/>
                <a:cs typeface="Dreaming Outloud Script Pro" panose="020B0604020202020204" pitchFamily="66" charset="0"/>
              </a:rPr>
              <a:t>Knowledge Organization</a:t>
            </a:r>
          </a:p>
        </p:txBody>
      </p:sp>
      <p:pic>
        <p:nvPicPr>
          <p:cNvPr id="46" name="Picture 45" descr="A screenshot of a computer screen&#10;&#10;Description automatically generated">
            <a:extLst>
              <a:ext uri="{FF2B5EF4-FFF2-40B4-BE49-F238E27FC236}">
                <a16:creationId xmlns:a16="http://schemas.microsoft.com/office/drawing/2014/main" id="{51FC757C-FCEC-B446-91C0-CEEDDFD93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40262" y="16866841"/>
            <a:ext cx="7864418" cy="4048811"/>
          </a:xfrm>
          <a:prstGeom prst="rect">
            <a:avLst/>
          </a:prstGeom>
          <a:ln w="3175">
            <a:solidFill>
              <a:schemeClr val="tx1"/>
            </a:solidFill>
          </a:ln>
        </p:spPr>
      </p:pic>
      <p:pic>
        <p:nvPicPr>
          <p:cNvPr id="48" name="Picture 47" descr="A close-up of black text&#10;&#10;Description automatically generated">
            <a:extLst>
              <a:ext uri="{FF2B5EF4-FFF2-40B4-BE49-F238E27FC236}">
                <a16:creationId xmlns:a16="http://schemas.microsoft.com/office/drawing/2014/main" id="{F4A9FFA9-1F12-3D02-CBC9-7B79571B14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0572" y="10294185"/>
            <a:ext cx="3840678" cy="1307728"/>
          </a:xfrm>
          <a:prstGeom prst="rect">
            <a:avLst/>
          </a:prstGeom>
          <a:ln w="3175">
            <a:solidFill>
              <a:schemeClr val="tx1"/>
            </a:solidFill>
          </a:ln>
        </p:spPr>
      </p:pic>
      <p:pic>
        <p:nvPicPr>
          <p:cNvPr id="50" name="Picture 49" descr="A white background with black text&#10;&#10;Description automatically generated">
            <a:extLst>
              <a:ext uri="{FF2B5EF4-FFF2-40B4-BE49-F238E27FC236}">
                <a16:creationId xmlns:a16="http://schemas.microsoft.com/office/drawing/2014/main" id="{5487F7F9-D4B2-9C4C-7A61-F5AD00F0A6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7929" y="13021938"/>
            <a:ext cx="5290029" cy="1336110"/>
          </a:xfrm>
          <a:prstGeom prst="rect">
            <a:avLst/>
          </a:prstGeom>
          <a:ln w="3175">
            <a:solidFill>
              <a:schemeClr val="tx1"/>
            </a:solidFill>
          </a:ln>
        </p:spPr>
      </p:pic>
      <p:pic>
        <p:nvPicPr>
          <p:cNvPr id="52" name="Picture 51" descr="A screenshot of a computer&#10;&#10;Description automatically generated">
            <a:extLst>
              <a:ext uri="{FF2B5EF4-FFF2-40B4-BE49-F238E27FC236}">
                <a16:creationId xmlns:a16="http://schemas.microsoft.com/office/drawing/2014/main" id="{2755BB43-ABED-9871-DCF0-58B5881110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922618" y="496893"/>
            <a:ext cx="10405702" cy="4776285"/>
          </a:xfrm>
          <a:prstGeom prst="rect">
            <a:avLst/>
          </a:prstGeom>
          <a:ln w="3175">
            <a:solidFill>
              <a:schemeClr val="tx1"/>
            </a:solidFill>
          </a:ln>
        </p:spPr>
      </p:pic>
      <p:pic>
        <p:nvPicPr>
          <p:cNvPr id="56" name="Picture 55" descr="A screenshot of a computer&#10;&#10;Description automatically generated">
            <a:extLst>
              <a:ext uri="{FF2B5EF4-FFF2-40B4-BE49-F238E27FC236}">
                <a16:creationId xmlns:a16="http://schemas.microsoft.com/office/drawing/2014/main" id="{4006C9BE-753C-A36F-3B42-868A6BB467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776111" y="6044222"/>
            <a:ext cx="10908600" cy="4663442"/>
          </a:xfrm>
          <a:prstGeom prst="rect">
            <a:avLst/>
          </a:prstGeom>
          <a:ln w="3175">
            <a:solidFill>
              <a:schemeClr val="tx1"/>
            </a:solidFill>
          </a:ln>
        </p:spPr>
      </p:pic>
      <p:pic>
        <p:nvPicPr>
          <p:cNvPr id="58" name="Picture 57" descr="A diagram of a network&#10;&#10;Description automatically generated">
            <a:extLst>
              <a:ext uri="{FF2B5EF4-FFF2-40B4-BE49-F238E27FC236}">
                <a16:creationId xmlns:a16="http://schemas.microsoft.com/office/drawing/2014/main" id="{208DCF5D-F4CB-E2D0-6BC0-DC1896CCF0C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544404" y="11358461"/>
            <a:ext cx="10405702" cy="4663064"/>
          </a:xfrm>
          <a:prstGeom prst="rect">
            <a:avLst/>
          </a:prstGeom>
          <a:ln w="3175">
            <a:solidFill>
              <a:schemeClr val="tx1"/>
            </a:solidFill>
          </a:ln>
        </p:spPr>
      </p:pic>
      <p:pic>
        <p:nvPicPr>
          <p:cNvPr id="60" name="Picture 59" descr="A screenshot of a computer&#10;&#10;Description automatically generated">
            <a:extLst>
              <a:ext uri="{FF2B5EF4-FFF2-40B4-BE49-F238E27FC236}">
                <a16:creationId xmlns:a16="http://schemas.microsoft.com/office/drawing/2014/main" id="{2830BF17-8A46-7D71-24D5-601073A8F80D}"/>
              </a:ext>
            </a:extLst>
          </p:cNvPr>
          <p:cNvPicPr>
            <a:picLocks noChangeAspect="1"/>
          </p:cNvPicPr>
          <p:nvPr/>
        </p:nvPicPr>
        <p:blipFill rotWithShape="1">
          <a:blip r:embed="rId9">
            <a:extLst>
              <a:ext uri="{28A0092B-C50C-407E-A947-70E740481C1C}">
                <a14:useLocalDpi xmlns:a14="http://schemas.microsoft.com/office/drawing/2010/main" val="0"/>
              </a:ext>
            </a:extLst>
          </a:blip>
          <a:srcRect r="39392"/>
          <a:stretch/>
        </p:blipFill>
        <p:spPr>
          <a:xfrm>
            <a:off x="838755" y="15651693"/>
            <a:ext cx="8069026" cy="5161504"/>
          </a:xfrm>
          <a:prstGeom prst="rect">
            <a:avLst/>
          </a:prstGeom>
          <a:ln w="3175">
            <a:solidFill>
              <a:schemeClr val="tx1"/>
            </a:solidFill>
          </a:ln>
        </p:spPr>
      </p:pic>
      <p:sp>
        <p:nvSpPr>
          <p:cNvPr id="2" name="Rectangle 1">
            <a:extLst>
              <a:ext uri="{FF2B5EF4-FFF2-40B4-BE49-F238E27FC236}">
                <a16:creationId xmlns:a16="http://schemas.microsoft.com/office/drawing/2014/main" id="{2CB8D862-1153-4C77-170A-E8B7DFC432B4}"/>
              </a:ext>
            </a:extLst>
          </p:cNvPr>
          <p:cNvSpPr/>
          <p:nvPr/>
        </p:nvSpPr>
        <p:spPr>
          <a:xfrm>
            <a:off x="9031283" y="17893802"/>
            <a:ext cx="5308979" cy="2417473"/>
          </a:xfrm>
          <a:prstGeom prst="rect">
            <a:avLst/>
          </a:prstGeom>
          <a:solidFill>
            <a:schemeClr val="accent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3" name="Rectangle 2">
            <a:extLst>
              <a:ext uri="{FF2B5EF4-FFF2-40B4-BE49-F238E27FC236}">
                <a16:creationId xmlns:a16="http://schemas.microsoft.com/office/drawing/2014/main" id="{841AB183-2F20-AE60-0E7B-EF3D6A6A5431}"/>
              </a:ext>
            </a:extLst>
          </p:cNvPr>
          <p:cNvSpPr/>
          <p:nvPr/>
        </p:nvSpPr>
        <p:spPr>
          <a:xfrm>
            <a:off x="22204680" y="16048340"/>
            <a:ext cx="2975672" cy="3856142"/>
          </a:xfrm>
          <a:prstGeom prst="rect">
            <a:avLst/>
          </a:prstGeom>
          <a:solidFill>
            <a:schemeClr val="accent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4" name="Rectangle 3">
            <a:extLst>
              <a:ext uri="{FF2B5EF4-FFF2-40B4-BE49-F238E27FC236}">
                <a16:creationId xmlns:a16="http://schemas.microsoft.com/office/drawing/2014/main" id="{52E50C1B-3DE3-D17B-A42D-5498F7605AEF}"/>
              </a:ext>
            </a:extLst>
          </p:cNvPr>
          <p:cNvSpPr/>
          <p:nvPr/>
        </p:nvSpPr>
        <p:spPr>
          <a:xfrm>
            <a:off x="16558948" y="10693321"/>
            <a:ext cx="2975672" cy="3856142"/>
          </a:xfrm>
          <a:prstGeom prst="rect">
            <a:avLst/>
          </a:prstGeom>
          <a:solidFill>
            <a:schemeClr val="accent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5" name="Rectangle 4">
            <a:extLst>
              <a:ext uri="{FF2B5EF4-FFF2-40B4-BE49-F238E27FC236}">
                <a16:creationId xmlns:a16="http://schemas.microsoft.com/office/drawing/2014/main" id="{3604DAAA-7086-2E15-F82E-70267974A412}"/>
              </a:ext>
            </a:extLst>
          </p:cNvPr>
          <p:cNvSpPr/>
          <p:nvPr/>
        </p:nvSpPr>
        <p:spPr>
          <a:xfrm>
            <a:off x="25684711" y="5299993"/>
            <a:ext cx="2975672" cy="3856142"/>
          </a:xfrm>
          <a:prstGeom prst="rect">
            <a:avLst/>
          </a:prstGeom>
          <a:solidFill>
            <a:schemeClr val="accent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9" name="Rectangle 8">
            <a:extLst>
              <a:ext uri="{FF2B5EF4-FFF2-40B4-BE49-F238E27FC236}">
                <a16:creationId xmlns:a16="http://schemas.microsoft.com/office/drawing/2014/main" id="{22547503-8163-C61B-828F-C977E3BCE835}"/>
              </a:ext>
            </a:extLst>
          </p:cNvPr>
          <p:cNvSpPr/>
          <p:nvPr/>
        </p:nvSpPr>
        <p:spPr>
          <a:xfrm>
            <a:off x="15946946" y="997538"/>
            <a:ext cx="2975672" cy="3856142"/>
          </a:xfrm>
          <a:prstGeom prst="rect">
            <a:avLst/>
          </a:prstGeom>
          <a:solidFill>
            <a:schemeClr val="accent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0" name="Rectangle 9">
            <a:extLst>
              <a:ext uri="{FF2B5EF4-FFF2-40B4-BE49-F238E27FC236}">
                <a16:creationId xmlns:a16="http://schemas.microsoft.com/office/drawing/2014/main" id="{C5BCEA1F-29E7-914A-C437-C40813837F08}"/>
              </a:ext>
            </a:extLst>
          </p:cNvPr>
          <p:cNvSpPr/>
          <p:nvPr/>
        </p:nvSpPr>
        <p:spPr>
          <a:xfrm>
            <a:off x="1817951" y="9657688"/>
            <a:ext cx="4342621" cy="3402233"/>
          </a:xfrm>
          <a:prstGeom prst="rect">
            <a:avLst/>
          </a:prstGeom>
          <a:solidFill>
            <a:schemeClr val="accent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1" name="Rectangle 10">
            <a:extLst>
              <a:ext uri="{FF2B5EF4-FFF2-40B4-BE49-F238E27FC236}">
                <a16:creationId xmlns:a16="http://schemas.microsoft.com/office/drawing/2014/main" id="{00365949-C290-B672-4668-F7A08590AF18}"/>
              </a:ext>
            </a:extLst>
          </p:cNvPr>
          <p:cNvSpPr/>
          <p:nvPr/>
        </p:nvSpPr>
        <p:spPr>
          <a:xfrm>
            <a:off x="9550725" y="3687899"/>
            <a:ext cx="2975672" cy="7712558"/>
          </a:xfrm>
          <a:prstGeom prst="rect">
            <a:avLst/>
          </a:prstGeom>
          <a:solidFill>
            <a:schemeClr val="accent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2" name="Rectangle 11">
            <a:extLst>
              <a:ext uri="{FF2B5EF4-FFF2-40B4-BE49-F238E27FC236}">
                <a16:creationId xmlns:a16="http://schemas.microsoft.com/office/drawing/2014/main" id="{64F45F31-C52C-64AD-2EE2-DE2A50DCBF81}"/>
              </a:ext>
            </a:extLst>
          </p:cNvPr>
          <p:cNvSpPr/>
          <p:nvPr/>
        </p:nvSpPr>
        <p:spPr>
          <a:xfrm>
            <a:off x="5527958" y="13617793"/>
            <a:ext cx="2975672" cy="2023739"/>
          </a:xfrm>
          <a:prstGeom prst="rect">
            <a:avLst/>
          </a:prstGeom>
          <a:solidFill>
            <a:schemeClr val="accent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91"/>
          </a:p>
        </p:txBody>
      </p:sp>
      <p:sp>
        <p:nvSpPr>
          <p:cNvPr id="13" name="TextBox 12">
            <a:extLst>
              <a:ext uri="{FF2B5EF4-FFF2-40B4-BE49-F238E27FC236}">
                <a16:creationId xmlns:a16="http://schemas.microsoft.com/office/drawing/2014/main" id="{4957BF7E-E464-49CC-661B-A94D627480C3}"/>
              </a:ext>
            </a:extLst>
          </p:cNvPr>
          <p:cNvSpPr txBox="1"/>
          <p:nvPr/>
        </p:nvSpPr>
        <p:spPr>
          <a:xfrm>
            <a:off x="1507929" y="2144455"/>
            <a:ext cx="12669672" cy="830997"/>
          </a:xfrm>
          <a:prstGeom prst="rect">
            <a:avLst/>
          </a:prstGeom>
          <a:solidFill>
            <a:schemeClr val="accent1">
              <a:lumMod val="75000"/>
            </a:schemeClr>
          </a:solidFill>
          <a:ln w="3175">
            <a:solidFill>
              <a:schemeClr val="tx1"/>
            </a:solidFill>
          </a:ln>
        </p:spPr>
        <p:txBody>
          <a:bodyPr wrap="square" rtlCol="0">
            <a:spAutoFit/>
          </a:bodyPr>
          <a:lstStyle/>
          <a:p>
            <a:pPr algn="ctr"/>
            <a:r>
              <a:rPr lang="en-US" sz="2400" b="0" i="0" dirty="0">
                <a:solidFill>
                  <a:srgbClr val="D1D5DB"/>
                </a:solidFill>
                <a:effectLst/>
                <a:latin typeface="Söhne"/>
              </a:rPr>
              <a:t>Knowledge Organization is the art and science of structuring information to aid in its understanding, retrieval, and application. Allow me to take you on a short journey through its process.</a:t>
            </a:r>
            <a:endParaRPr lang="en-US" sz="2400" dirty="0"/>
          </a:p>
        </p:txBody>
      </p:sp>
      <p:sp>
        <p:nvSpPr>
          <p:cNvPr id="14" name="TextBox 13">
            <a:extLst>
              <a:ext uri="{FF2B5EF4-FFF2-40B4-BE49-F238E27FC236}">
                <a16:creationId xmlns:a16="http://schemas.microsoft.com/office/drawing/2014/main" id="{13499CEA-2410-C273-FCBF-9D44F75AE7CF}"/>
              </a:ext>
            </a:extLst>
          </p:cNvPr>
          <p:cNvSpPr txBox="1"/>
          <p:nvPr/>
        </p:nvSpPr>
        <p:spPr>
          <a:xfrm>
            <a:off x="4374194" y="293398"/>
            <a:ext cx="6121086" cy="369332"/>
          </a:xfrm>
          <a:prstGeom prst="rect">
            <a:avLst/>
          </a:prstGeom>
          <a:noFill/>
        </p:spPr>
        <p:txBody>
          <a:bodyPr wrap="square" rtlCol="0">
            <a:spAutoFit/>
          </a:bodyPr>
          <a:lstStyle/>
          <a:p>
            <a:r>
              <a:rPr lang="en-US" dirty="0">
                <a:solidFill>
                  <a:schemeClr val="bg2">
                    <a:lumMod val="50000"/>
                  </a:schemeClr>
                </a:solidFill>
                <a:latin typeface=" century Gothic"/>
              </a:rPr>
              <a:t>Ángel A. Gil / a.a.gil@student.vu.nl / agi239 / 2788988</a:t>
            </a:r>
          </a:p>
        </p:txBody>
      </p:sp>
      <p:sp>
        <p:nvSpPr>
          <p:cNvPr id="24" name="TextBox 23">
            <a:extLst>
              <a:ext uri="{FF2B5EF4-FFF2-40B4-BE49-F238E27FC236}">
                <a16:creationId xmlns:a16="http://schemas.microsoft.com/office/drawing/2014/main" id="{0A22236B-75D9-2195-1218-9D3A41CD70D8}"/>
              </a:ext>
            </a:extLst>
          </p:cNvPr>
          <p:cNvSpPr txBox="1"/>
          <p:nvPr/>
        </p:nvSpPr>
        <p:spPr>
          <a:xfrm>
            <a:off x="9432276" y="4937727"/>
            <a:ext cx="2368163" cy="4524315"/>
          </a:xfrm>
          <a:prstGeom prst="rect">
            <a:avLst/>
          </a:prstGeom>
          <a:solidFill>
            <a:schemeClr val="accent1">
              <a:lumMod val="75000"/>
            </a:schemeClr>
          </a:solidFill>
          <a:ln w="3175">
            <a:solidFill>
              <a:schemeClr val="tx1"/>
            </a:solidFill>
          </a:ln>
        </p:spPr>
        <p:txBody>
          <a:bodyPr wrap="square" rtlCol="0">
            <a:spAutoFit/>
          </a:bodyPr>
          <a:lstStyle/>
          <a:p>
            <a:r>
              <a:rPr lang="en-US" sz="2400" b="0" i="0" dirty="0">
                <a:solidFill>
                  <a:srgbClr val="D1D5DB"/>
                </a:solidFill>
                <a:effectLst/>
                <a:latin typeface="Söhne"/>
              </a:rPr>
              <a:t>Beginning our journey, mind maps let us brainstorm and visually seize foundational concepts. These become the bedrock for any structured language we aspire to craft.</a:t>
            </a:r>
            <a:endParaRPr lang="en-US" sz="2400" dirty="0"/>
          </a:p>
        </p:txBody>
      </p:sp>
      <p:sp>
        <p:nvSpPr>
          <p:cNvPr id="31" name="TextBox 30">
            <a:extLst>
              <a:ext uri="{FF2B5EF4-FFF2-40B4-BE49-F238E27FC236}">
                <a16:creationId xmlns:a16="http://schemas.microsoft.com/office/drawing/2014/main" id="{9C4E7447-E00F-E709-D980-A9A61300B500}"/>
              </a:ext>
            </a:extLst>
          </p:cNvPr>
          <p:cNvSpPr txBox="1"/>
          <p:nvPr/>
        </p:nvSpPr>
        <p:spPr>
          <a:xfrm>
            <a:off x="9584676" y="5090127"/>
            <a:ext cx="2368163" cy="4524315"/>
          </a:xfrm>
          <a:prstGeom prst="rect">
            <a:avLst/>
          </a:prstGeom>
          <a:solidFill>
            <a:schemeClr val="accent1">
              <a:lumMod val="75000"/>
            </a:schemeClr>
          </a:solidFill>
          <a:ln w="3175">
            <a:solidFill>
              <a:schemeClr val="tx1"/>
            </a:solidFill>
          </a:ln>
        </p:spPr>
        <p:txBody>
          <a:bodyPr wrap="square" rtlCol="0">
            <a:spAutoFit/>
          </a:bodyPr>
          <a:lstStyle/>
          <a:p>
            <a:r>
              <a:rPr lang="en-US" sz="2400" b="0" i="0" dirty="0">
                <a:solidFill>
                  <a:srgbClr val="D1D5DB"/>
                </a:solidFill>
                <a:effectLst/>
                <a:latin typeface="Söhne"/>
              </a:rPr>
              <a:t>Beginning our journey, mind maps let us brainstorm and visually seize foundational concepts. These become the bedrock for any structured language we aspire to craft.</a:t>
            </a:r>
            <a:endParaRPr lang="en-US" sz="2400" dirty="0"/>
          </a:p>
        </p:txBody>
      </p:sp>
      <p:sp>
        <p:nvSpPr>
          <p:cNvPr id="32" name="TextBox 31">
            <a:extLst>
              <a:ext uri="{FF2B5EF4-FFF2-40B4-BE49-F238E27FC236}">
                <a16:creationId xmlns:a16="http://schemas.microsoft.com/office/drawing/2014/main" id="{215580AD-14D1-659D-760B-2DE1729AB15F}"/>
              </a:ext>
            </a:extLst>
          </p:cNvPr>
          <p:cNvSpPr txBox="1"/>
          <p:nvPr/>
        </p:nvSpPr>
        <p:spPr>
          <a:xfrm>
            <a:off x="9737076" y="5242527"/>
            <a:ext cx="2368163" cy="4524315"/>
          </a:xfrm>
          <a:prstGeom prst="rect">
            <a:avLst/>
          </a:prstGeom>
          <a:solidFill>
            <a:schemeClr val="accent1">
              <a:lumMod val="75000"/>
            </a:schemeClr>
          </a:solidFill>
          <a:ln w="3175">
            <a:solidFill>
              <a:schemeClr val="tx1"/>
            </a:solidFill>
          </a:ln>
        </p:spPr>
        <p:txBody>
          <a:bodyPr wrap="square" rtlCol="0">
            <a:spAutoFit/>
          </a:bodyPr>
          <a:lstStyle/>
          <a:p>
            <a:r>
              <a:rPr lang="en-US" sz="2400" b="0" i="0" dirty="0">
                <a:solidFill>
                  <a:srgbClr val="D1D5DB"/>
                </a:solidFill>
                <a:effectLst/>
                <a:latin typeface="Söhne"/>
              </a:rPr>
              <a:t>Beginning our journey, mind maps let us brainstorm and visually seize foundational concepts. These become the bedrock for any structured language we aspire to craft.</a:t>
            </a:r>
            <a:endParaRPr lang="en-US" sz="2400" dirty="0"/>
          </a:p>
        </p:txBody>
      </p:sp>
      <p:sp>
        <p:nvSpPr>
          <p:cNvPr id="33" name="TextBox 32">
            <a:extLst>
              <a:ext uri="{FF2B5EF4-FFF2-40B4-BE49-F238E27FC236}">
                <a16:creationId xmlns:a16="http://schemas.microsoft.com/office/drawing/2014/main" id="{FEE01103-EB48-9327-094A-3F7293379C5C}"/>
              </a:ext>
            </a:extLst>
          </p:cNvPr>
          <p:cNvSpPr txBox="1"/>
          <p:nvPr/>
        </p:nvSpPr>
        <p:spPr>
          <a:xfrm>
            <a:off x="20529169" y="10430961"/>
            <a:ext cx="5368512" cy="1938992"/>
          </a:xfrm>
          <a:prstGeom prst="rect">
            <a:avLst/>
          </a:prstGeom>
          <a:solidFill>
            <a:schemeClr val="accent1">
              <a:lumMod val="75000"/>
            </a:schemeClr>
          </a:solidFill>
          <a:ln w="3175">
            <a:solidFill>
              <a:schemeClr val="tx1"/>
            </a:solidFill>
          </a:ln>
        </p:spPr>
        <p:txBody>
          <a:bodyPr wrap="square" rtlCol="0">
            <a:spAutoFit/>
          </a:bodyPr>
          <a:lstStyle/>
          <a:p>
            <a:r>
              <a:rPr lang="en-US" sz="2400" b="0" i="0" dirty="0">
                <a:solidFill>
                  <a:srgbClr val="D1D5DB"/>
                </a:solidFill>
                <a:effectLst/>
                <a:latin typeface="Söhne"/>
              </a:rPr>
              <a:t>Ontology is our next frontier. Using Web Protégé, we meticulously model an ontology, capturing the myriad relationships, entities, and intricacies inherent in the domain of short stories</a:t>
            </a:r>
            <a:endParaRPr lang="en-US" sz="2400" dirty="0"/>
          </a:p>
        </p:txBody>
      </p:sp>
      <p:sp>
        <p:nvSpPr>
          <p:cNvPr id="34" name="TextBox 33">
            <a:extLst>
              <a:ext uri="{FF2B5EF4-FFF2-40B4-BE49-F238E27FC236}">
                <a16:creationId xmlns:a16="http://schemas.microsoft.com/office/drawing/2014/main" id="{C86CA067-C54C-6808-D621-B8CA1A4627E1}"/>
              </a:ext>
            </a:extLst>
          </p:cNvPr>
          <p:cNvSpPr txBox="1"/>
          <p:nvPr/>
        </p:nvSpPr>
        <p:spPr>
          <a:xfrm>
            <a:off x="13660099" y="10751597"/>
            <a:ext cx="4759448" cy="2308324"/>
          </a:xfrm>
          <a:prstGeom prst="rect">
            <a:avLst/>
          </a:prstGeom>
          <a:solidFill>
            <a:schemeClr val="accent1">
              <a:lumMod val="75000"/>
            </a:schemeClr>
          </a:solidFill>
          <a:ln w="3175">
            <a:solidFill>
              <a:schemeClr val="tx1"/>
            </a:solidFill>
          </a:ln>
        </p:spPr>
        <p:txBody>
          <a:bodyPr wrap="square" rtlCol="0">
            <a:spAutoFit/>
          </a:bodyPr>
          <a:lstStyle/>
          <a:p>
            <a:r>
              <a:rPr lang="en-US" sz="2400" b="0" i="0" dirty="0">
                <a:solidFill>
                  <a:srgbClr val="D1D5DB"/>
                </a:solidFill>
                <a:effectLst/>
                <a:latin typeface="Söhne"/>
              </a:rPr>
              <a:t>With the foundation set, we venture into </a:t>
            </a:r>
            <a:r>
              <a:rPr lang="en-US" sz="2400" b="0" i="0" dirty="0" err="1">
                <a:solidFill>
                  <a:srgbClr val="D1D5DB"/>
                </a:solidFill>
                <a:effectLst/>
                <a:latin typeface="Söhne"/>
              </a:rPr>
              <a:t>WikiData</a:t>
            </a:r>
            <a:r>
              <a:rPr lang="en-US" sz="2400" b="0" i="0" dirty="0">
                <a:solidFill>
                  <a:srgbClr val="D1D5DB"/>
                </a:solidFill>
                <a:effectLst/>
                <a:latin typeface="Söhne"/>
              </a:rPr>
              <a:t>. By executing targeted queries, we unveil deeper insights and patterns that may have remained hidden within the vast universe of short stories.</a:t>
            </a:r>
            <a:endParaRPr lang="en-US" sz="2400" dirty="0"/>
          </a:p>
        </p:txBody>
      </p:sp>
      <p:sp>
        <p:nvSpPr>
          <p:cNvPr id="35" name="TextBox 34">
            <a:extLst>
              <a:ext uri="{FF2B5EF4-FFF2-40B4-BE49-F238E27FC236}">
                <a16:creationId xmlns:a16="http://schemas.microsoft.com/office/drawing/2014/main" id="{3023B9A0-58F4-8727-77F8-FED896704B87}"/>
              </a:ext>
            </a:extLst>
          </p:cNvPr>
          <p:cNvSpPr txBox="1"/>
          <p:nvPr/>
        </p:nvSpPr>
        <p:spPr>
          <a:xfrm>
            <a:off x="13288796" y="14345606"/>
            <a:ext cx="4145986" cy="2308324"/>
          </a:xfrm>
          <a:prstGeom prst="rect">
            <a:avLst/>
          </a:prstGeom>
          <a:solidFill>
            <a:schemeClr val="accent1">
              <a:lumMod val="75000"/>
            </a:schemeClr>
          </a:solidFill>
          <a:ln w="3175">
            <a:solidFill>
              <a:schemeClr val="tx1"/>
            </a:solidFill>
          </a:ln>
        </p:spPr>
        <p:txBody>
          <a:bodyPr wrap="square" rtlCol="0">
            <a:spAutoFit/>
          </a:bodyPr>
          <a:lstStyle/>
          <a:p>
            <a:r>
              <a:rPr lang="en-US" sz="2400" b="0" i="0" dirty="0">
                <a:solidFill>
                  <a:srgbClr val="D1D5DB"/>
                </a:solidFill>
                <a:effectLst/>
                <a:latin typeface="Söhne"/>
              </a:rPr>
              <a:t>Moving into a realm of structured precision, Controlled Natural Language via </a:t>
            </a:r>
            <a:r>
              <a:rPr lang="en-US" sz="2400" b="0" i="0" dirty="0" err="1">
                <a:solidFill>
                  <a:srgbClr val="D1D5DB"/>
                </a:solidFill>
                <a:effectLst/>
                <a:latin typeface="Söhne"/>
              </a:rPr>
              <a:t>AceWiki</a:t>
            </a:r>
            <a:r>
              <a:rPr lang="en-US" sz="2400" b="0" i="0" dirty="0">
                <a:solidFill>
                  <a:srgbClr val="D1D5DB"/>
                </a:solidFill>
                <a:effectLst/>
                <a:latin typeface="Söhne"/>
              </a:rPr>
              <a:t> allows us to frame short stories in an organized, yet human-readable manner</a:t>
            </a:r>
            <a:endParaRPr lang="en-US" sz="2400" dirty="0"/>
          </a:p>
        </p:txBody>
      </p:sp>
      <p:sp>
        <p:nvSpPr>
          <p:cNvPr id="38" name="TextBox 37">
            <a:extLst>
              <a:ext uri="{FF2B5EF4-FFF2-40B4-BE49-F238E27FC236}">
                <a16:creationId xmlns:a16="http://schemas.microsoft.com/office/drawing/2014/main" id="{A9C8C153-1F06-5B26-6D5D-4C8A29F23ECA}"/>
              </a:ext>
            </a:extLst>
          </p:cNvPr>
          <p:cNvSpPr txBox="1"/>
          <p:nvPr/>
        </p:nvSpPr>
        <p:spPr>
          <a:xfrm>
            <a:off x="9078672" y="13527177"/>
            <a:ext cx="3044727" cy="3416320"/>
          </a:xfrm>
          <a:prstGeom prst="rect">
            <a:avLst/>
          </a:prstGeom>
          <a:solidFill>
            <a:schemeClr val="accent1">
              <a:lumMod val="75000"/>
            </a:schemeClr>
          </a:solidFill>
          <a:ln w="3175">
            <a:solidFill>
              <a:schemeClr val="tx1"/>
            </a:solidFill>
          </a:ln>
        </p:spPr>
        <p:txBody>
          <a:bodyPr wrap="square" rtlCol="0">
            <a:spAutoFit/>
          </a:bodyPr>
          <a:lstStyle/>
          <a:p>
            <a:r>
              <a:rPr lang="en-US" sz="2400" b="0" i="0" dirty="0">
                <a:solidFill>
                  <a:srgbClr val="D1D5DB"/>
                </a:solidFill>
                <a:effectLst/>
                <a:latin typeface="Söhne"/>
              </a:rPr>
              <a:t>Stepping further, we dive into the realm of logical reasoning. Crafting syllogisms, we start discerning intricate relations and potential inferences among the associated concepts of our topic.</a:t>
            </a:r>
            <a:endParaRPr lang="en-US" sz="2400" dirty="0"/>
          </a:p>
        </p:txBody>
      </p:sp>
      <p:sp>
        <p:nvSpPr>
          <p:cNvPr id="39" name="TextBox 38">
            <a:extLst>
              <a:ext uri="{FF2B5EF4-FFF2-40B4-BE49-F238E27FC236}">
                <a16:creationId xmlns:a16="http://schemas.microsoft.com/office/drawing/2014/main" id="{8ED83AA9-24E5-D60B-30B2-7ADD2809AA02}"/>
              </a:ext>
            </a:extLst>
          </p:cNvPr>
          <p:cNvSpPr txBox="1"/>
          <p:nvPr/>
        </p:nvSpPr>
        <p:spPr>
          <a:xfrm>
            <a:off x="6712331" y="11158073"/>
            <a:ext cx="2368163" cy="4524315"/>
          </a:xfrm>
          <a:prstGeom prst="rect">
            <a:avLst/>
          </a:prstGeom>
          <a:solidFill>
            <a:schemeClr val="accent1">
              <a:lumMod val="75000"/>
            </a:schemeClr>
          </a:solidFill>
          <a:ln w="3175">
            <a:solidFill>
              <a:schemeClr val="tx1"/>
            </a:solidFill>
          </a:ln>
        </p:spPr>
        <p:txBody>
          <a:bodyPr wrap="square" rtlCol="0">
            <a:spAutoFit/>
          </a:bodyPr>
          <a:lstStyle/>
          <a:p>
            <a:r>
              <a:rPr lang="en-US" sz="2400" b="0" i="0" dirty="0">
                <a:solidFill>
                  <a:srgbClr val="D1D5DB"/>
                </a:solidFill>
                <a:effectLst/>
                <a:latin typeface="Söhne"/>
              </a:rPr>
              <a:t>Beginning our journey, mind maps let us brainstorm and visually seize foundational concepts. These become the bedrock for any structured language we aspire to craft.</a:t>
            </a:r>
            <a:endParaRPr lang="en-US" sz="2400" dirty="0"/>
          </a:p>
        </p:txBody>
      </p:sp>
    </p:spTree>
    <p:extLst>
      <p:ext uri="{BB962C8B-B14F-4D97-AF65-F5344CB8AC3E}">
        <p14:creationId xmlns:p14="http://schemas.microsoft.com/office/powerpoint/2010/main" val="16043086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1314</TotalTime>
  <Words>295</Words>
  <Application>Microsoft Office PowerPoint</Application>
  <PresentationFormat>Custom</PresentationFormat>
  <Paragraphs>11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 century Gothic</vt:lpstr>
      <vt:lpstr>Arial</vt:lpstr>
      <vt:lpstr>Calibri</vt:lpstr>
      <vt:lpstr>Calibri Light</vt:lpstr>
      <vt:lpstr>Söhne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Gil Alamo, A.A. (Ángel)</dc:creator>
  <cp:lastModifiedBy>Gil Alamo, A.A. (Ángel)</cp:lastModifiedBy>
  <cp:revision>4</cp:revision>
  <dcterms:created xsi:type="dcterms:W3CDTF">2023-10-15T18:40:21Z</dcterms:created>
  <dcterms:modified xsi:type="dcterms:W3CDTF">2023-10-18T17:59:58Z</dcterms:modified>
</cp:coreProperties>
</file>